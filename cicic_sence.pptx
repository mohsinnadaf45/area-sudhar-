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6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E25CD-B072-6376-EB00-D2E3C5F7E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A925C-92A6-4EBE-BB5A-F7100685CF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C1647-E5C0-E189-7DA9-86D0CF6AF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1C6AA-844F-4DBE-92EF-7B143A2A0511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0FBFA-1192-4DA7-4270-9D77C163E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BD172-2719-672C-2108-694978942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6E990-5FE4-4CEB-B94E-43762238DE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9021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  <p:sldLayoutId id="2147483669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68F70-0DC7-D1AA-4BD5-E57792476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GB" b="0" i="0" u="none" strike="noStrike" kern="100" baseline="0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1: Title of the Project</a:t>
            </a:r>
            <a:br>
              <a:rPr lang="en-GB" b="0" i="0" u="none" strike="noStrike" kern="100" baseline="0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</a:br>
            <a:br>
              <a:rPr lang="en-GB" b="0" i="0" u="none" strike="noStrike" kern="100" baseline="0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</a:br>
            <a:r>
              <a:rPr lang="en-GB" b="0" i="0" u="none" strike="noStrike" kern="100" baseline="0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area </a:t>
            </a:r>
            <a:r>
              <a:rPr lang="en-GB" b="0" i="0" u="none" strike="noStrike" kern="100" baseline="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sudhar</a:t>
            </a:r>
            <a:endParaRPr lang="en-GB" b="0" i="0" u="none" strike="noStrike" kern="100" baseline="0" dirty="0">
              <a:solidFill>
                <a:schemeClr val="accent3">
                  <a:lumMod val="20000"/>
                  <a:lumOff val="80000"/>
                </a:schemeClr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C51E77-539F-6336-AE2F-BEE1DB993E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GB" b="0" i="0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Smart Civic Issue Detection Platform</a:t>
            </a:r>
          </a:p>
          <a:p>
            <a:pPr marR="0" lvl="0" rtl="0"/>
            <a:r>
              <a:rPr lang="en-GB" b="0" i="0" u="none" strike="noStrike" kern="100" baseline="0" dirty="0" err="1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Subtitle:AI-Powered</a:t>
            </a:r>
            <a:r>
              <a:rPr lang="en-GB" b="0" i="0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 Solution for Efficient Civic Issue Reporting</a:t>
            </a:r>
          </a:p>
          <a:p>
            <a:pPr marR="0" lvl="1" rtl="0"/>
            <a:r>
              <a:rPr lang="en-IN" b="0" i="0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Presented By:</a:t>
            </a:r>
          </a:p>
        </p:txBody>
      </p:sp>
    </p:spTree>
    <p:extLst>
      <p:ext uri="{BB962C8B-B14F-4D97-AF65-F5344CB8AC3E}">
        <p14:creationId xmlns:p14="http://schemas.microsoft.com/office/powerpoint/2010/main" val="4123603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DD2B-B57F-546E-C417-E3EAC9D6AE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3625" y="216310"/>
            <a:ext cx="5300099" cy="1288570"/>
          </a:xfrm>
        </p:spPr>
        <p:txBody>
          <a:bodyPr>
            <a:normAutofit/>
          </a:bodyPr>
          <a:lstStyle/>
          <a:p>
            <a:r>
              <a:rPr lang="en-GB" kern="100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team member: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2581E7-92D7-983C-9E02-CF41CE96B7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986" y="1858841"/>
            <a:ext cx="3696931" cy="4187998"/>
          </a:xfrm>
        </p:spPr>
        <p:txBody>
          <a:bodyPr>
            <a:normAutofit/>
          </a:bodyPr>
          <a:lstStyle/>
          <a:p>
            <a:pPr algn="l"/>
            <a:r>
              <a:rPr lang="en-GB" dirty="0"/>
              <a:t>Harshal M Kamble: 25uam137</a:t>
            </a:r>
          </a:p>
          <a:p>
            <a:pPr algn="l"/>
            <a:r>
              <a:rPr lang="en-IN" dirty="0"/>
              <a:t>Mohasin R Nadaf: 25UAM130</a:t>
            </a:r>
          </a:p>
          <a:p>
            <a:pPr algn="l"/>
            <a:r>
              <a:rPr lang="en-IN" dirty="0" err="1"/>
              <a:t>Tabbish</a:t>
            </a:r>
            <a:r>
              <a:rPr lang="en-IN" dirty="0"/>
              <a:t> I Shaikh : 25UAM143</a:t>
            </a:r>
          </a:p>
          <a:p>
            <a:pPr algn="l"/>
            <a:r>
              <a:rPr lang="en-IN" dirty="0"/>
              <a:t>Samarth s Yamgar: 25UAM122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EF8F13-62E7-B57C-5E84-2D43D7065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214" y="447640"/>
            <a:ext cx="52578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340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2CAD0-1BC1-D2E5-E366-1D2EE7BE6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355" y="265471"/>
            <a:ext cx="10131425" cy="1456267"/>
          </a:xfrm>
        </p:spPr>
        <p:txBody>
          <a:bodyPr/>
          <a:lstStyle/>
          <a:p>
            <a:pPr marR="0" rtl="0"/>
            <a:r>
              <a:rPr lang="en-IN" b="0" i="0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2: 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1FB502-8175-BFBA-2BB3-BC2F7B434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604433"/>
            <a:ext cx="6361471" cy="3649133"/>
          </a:xfrm>
        </p:spPr>
        <p:txBody>
          <a:bodyPr/>
          <a:lstStyle/>
          <a:p>
            <a:pPr marR="0" lvl="1" rtl="0"/>
            <a:r>
              <a:rPr lang="en-GB" b="0" i="0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Many civic issues such as potholes, garbage overflow, damaged streetlights, and water leakage remain unresolved because of:</a:t>
            </a:r>
          </a:p>
          <a:p>
            <a:pPr marR="0" lvl="2" rtl="0"/>
            <a:r>
              <a:rPr lang="en-IN" b="0" i="1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Manual complaint registration</a:t>
            </a:r>
          </a:p>
          <a:p>
            <a:pPr marR="0" lvl="2" rtl="0"/>
            <a:r>
              <a:rPr lang="en-GB" b="0" i="1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Difficulty identifying the correct municipal department</a:t>
            </a:r>
          </a:p>
          <a:p>
            <a:pPr marR="0" lvl="2" rtl="0"/>
            <a:r>
              <a:rPr lang="en-IN" b="0" i="1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Duplicate complaints</a:t>
            </a:r>
          </a:p>
          <a:p>
            <a:pPr marR="0" lvl="2" rtl="0"/>
            <a:r>
              <a:rPr lang="en-IN" b="0" i="1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Slow response from authorities</a:t>
            </a:r>
          </a:p>
          <a:p>
            <a:pPr marR="0" lvl="2" rtl="0"/>
            <a:r>
              <a:rPr lang="en-GB" b="0" i="1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Lack of transparency in complaint tracking</a:t>
            </a:r>
          </a:p>
          <a:p>
            <a:pPr marR="0" lvl="2" rtl="0"/>
            <a:r>
              <a:rPr lang="en-GB" b="0" i="1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Poor prioritization of urgent issues</a:t>
            </a:r>
          </a:p>
          <a:p>
            <a:pPr marR="0" lvl="2" rtl="0"/>
            <a:r>
              <a:rPr lang="en-GB" b="0" i="1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The project proposes a smart platform that simplifies complaint reporting and improves communication between citizens and municipal authorities.</a:t>
            </a:r>
          </a:p>
        </p:txBody>
      </p:sp>
    </p:spTree>
    <p:extLst>
      <p:ext uri="{BB962C8B-B14F-4D97-AF65-F5344CB8AC3E}">
        <p14:creationId xmlns:p14="http://schemas.microsoft.com/office/powerpoint/2010/main" val="1281733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098DD-237C-7D51-4971-58132370F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847" y="226141"/>
            <a:ext cx="10131425" cy="1456267"/>
          </a:xfrm>
        </p:spPr>
        <p:txBody>
          <a:bodyPr/>
          <a:lstStyle/>
          <a:p>
            <a:pPr marR="0" rtl="0"/>
            <a:r>
              <a:rPr lang="en-IN" b="0" i="0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3: 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4D113E-80A9-4839-BD0E-BC4340329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5094" y="1604433"/>
            <a:ext cx="6509668" cy="3649133"/>
          </a:xfrm>
        </p:spPr>
        <p:txBody>
          <a:bodyPr/>
          <a:lstStyle/>
          <a:p>
            <a:pPr marR="0" lvl="2" rtl="0"/>
            <a:r>
              <a:rPr lang="en-GB" b="0" i="1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Simplify the process of reporting civic issues.</a:t>
            </a:r>
          </a:p>
          <a:p>
            <a:pPr marR="0" lvl="2" rtl="0"/>
            <a:r>
              <a:rPr lang="en-GB" b="0" i="1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Enable citizens to report issues using photos.</a:t>
            </a:r>
          </a:p>
          <a:p>
            <a:pPr marR="0" lvl="2" rtl="0"/>
            <a:r>
              <a:rPr lang="en-IN" b="0" i="1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Reduce duplicate complaints.</a:t>
            </a:r>
          </a:p>
          <a:p>
            <a:pPr marR="0" lvl="2" rtl="0"/>
            <a:r>
              <a:rPr lang="en-GB" b="0" i="1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Improve transparency through complaint tracking.</a:t>
            </a:r>
          </a:p>
          <a:p>
            <a:pPr marR="0" lvl="2" rtl="0"/>
            <a:r>
              <a:rPr lang="en-GB" b="0" i="1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Help authorities prioritize urgent issues.</a:t>
            </a:r>
          </a:p>
          <a:p>
            <a:pPr marR="0" lvl="2" rtl="0"/>
            <a:r>
              <a:rPr lang="en-IN" b="0" i="1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Encourage active citizen participation in maintaining public infrastructure.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07F3BD-FA87-66CC-BCBF-F4795520A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774" y="1521541"/>
            <a:ext cx="51435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120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AA672-6C3B-697B-74D2-786183C77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63" y="176980"/>
            <a:ext cx="10131425" cy="1456267"/>
          </a:xfrm>
        </p:spPr>
        <p:txBody>
          <a:bodyPr/>
          <a:lstStyle/>
          <a:p>
            <a:pPr marR="0" rtl="0"/>
            <a:r>
              <a:rPr lang="en-GB" b="0" i="0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4: Need for the Project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FEB42A-8230-9FA5-949C-20759374D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317089" y="1721737"/>
            <a:ext cx="6344263" cy="3649133"/>
          </a:xfrm>
        </p:spPr>
        <p:txBody>
          <a:bodyPr/>
          <a:lstStyle/>
          <a:p>
            <a:pPr marR="0" lvl="2" rtl="0"/>
            <a:r>
              <a:rPr lang="en-GB" b="0" i="1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Citizens often face difficulties while reporting civic problems.</a:t>
            </a:r>
          </a:p>
          <a:p>
            <a:pPr marR="0" lvl="2" rtl="0"/>
            <a:r>
              <a:rPr lang="en-GB" b="0" i="1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Delayed action results in worsening infrastructure conditions.</a:t>
            </a:r>
          </a:p>
          <a:p>
            <a:pPr marR="0" lvl="2" rtl="0"/>
            <a:r>
              <a:rPr lang="en-GB" b="0" i="1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Many complaints are submitted to the wrong department.</a:t>
            </a:r>
          </a:p>
          <a:p>
            <a:pPr marR="0" lvl="2" rtl="0"/>
            <a:r>
              <a:rPr lang="en-GB" b="0" i="1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A faster and more organized reporting system can improve public services.</a:t>
            </a:r>
          </a:p>
          <a:p>
            <a:pPr marR="0" lvl="2" rtl="0"/>
            <a:r>
              <a:rPr lang="en-GB" b="0" i="1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The platform promotes better communication between citizens and government authorities.</a:t>
            </a:r>
          </a:p>
        </p:txBody>
      </p:sp>
    </p:spTree>
    <p:extLst>
      <p:ext uri="{BB962C8B-B14F-4D97-AF65-F5344CB8AC3E}">
        <p14:creationId xmlns:p14="http://schemas.microsoft.com/office/powerpoint/2010/main" val="1549780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D5051-4927-7FEC-C8AC-A2D7A22CA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0"/>
            <a:ext cx="10131425" cy="1456267"/>
          </a:xfrm>
        </p:spPr>
        <p:txBody>
          <a:bodyPr/>
          <a:lstStyle/>
          <a:p>
            <a:pPr marR="0" rtl="0"/>
            <a:r>
              <a:rPr lang="en-GB" b="0" i="0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5: Methodology / Plan of Action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34414F-8D9B-28C0-696D-31ED2A14F4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1055" y="1160206"/>
            <a:ext cx="11289890" cy="5697794"/>
          </a:xfrm>
        </p:spPr>
        <p:txBody>
          <a:bodyPr>
            <a:noAutofit/>
          </a:bodyPr>
          <a:lstStyle/>
          <a:p>
            <a:r>
              <a:rPr lang="en-IN" sz="1050" b="1" dirty="0"/>
              <a:t>Step 1</a:t>
            </a:r>
          </a:p>
          <a:p>
            <a:r>
              <a:rPr lang="en-IN" sz="1050" dirty="0"/>
              <a:t>Select and finalize the civic issue to be addressed.</a:t>
            </a:r>
          </a:p>
          <a:p>
            <a:r>
              <a:rPr lang="en-IN" sz="1050" b="1" dirty="0"/>
              <a:t>Step 2</a:t>
            </a:r>
          </a:p>
          <a:p>
            <a:r>
              <a:rPr lang="en-IN" sz="1050" dirty="0"/>
              <a:t>Study existing complaint reporting systems and identify their limitations.</a:t>
            </a:r>
          </a:p>
          <a:p>
            <a:r>
              <a:rPr lang="en-IN" sz="1050" b="1" dirty="0"/>
              <a:t>Step 3</a:t>
            </a:r>
          </a:p>
          <a:p>
            <a:r>
              <a:rPr lang="en-IN" sz="1050" dirty="0"/>
              <a:t>Design the complaint reporting workflow and define system requirements.</a:t>
            </a:r>
          </a:p>
          <a:p>
            <a:r>
              <a:rPr lang="en-IN" sz="1050" b="1" dirty="0"/>
              <a:t>Step 4</a:t>
            </a:r>
          </a:p>
          <a:p>
            <a:r>
              <a:rPr lang="en-IN" sz="1050" dirty="0"/>
              <a:t>Collect data on common civic issues through surveys, observations, and research.</a:t>
            </a:r>
          </a:p>
          <a:p>
            <a:r>
              <a:rPr lang="en-IN" sz="1050" b="1" dirty="0"/>
              <a:t>Step 5</a:t>
            </a:r>
          </a:p>
          <a:p>
            <a:r>
              <a:rPr lang="en-IN" sz="1050" dirty="0"/>
              <a:t>Develop the proposed Smart Civic Issue Detection Platform.</a:t>
            </a:r>
          </a:p>
          <a:p>
            <a:r>
              <a:rPr lang="en-IN" sz="1050" b="1" dirty="0"/>
              <a:t>Step 6</a:t>
            </a:r>
          </a:p>
          <a:p>
            <a:r>
              <a:rPr lang="en-IN" sz="1050" dirty="0"/>
              <a:t>Test the complaint reporting process and evaluate the proposed workflow.</a:t>
            </a:r>
          </a:p>
          <a:p>
            <a:r>
              <a:rPr lang="en-IN" sz="1050" b="1" dirty="0"/>
              <a:t>Step 7</a:t>
            </a:r>
          </a:p>
          <a:p>
            <a:r>
              <a:rPr lang="en-IN" sz="1050" dirty="0" err="1"/>
              <a:t>Analyze</a:t>
            </a:r>
            <a:r>
              <a:rPr lang="en-IN" sz="1050" dirty="0"/>
              <a:t> the collected data and identify possible improvements.</a:t>
            </a:r>
          </a:p>
          <a:p>
            <a:r>
              <a:rPr lang="en-IN" sz="1050" b="1" dirty="0"/>
              <a:t>Step 8</a:t>
            </a:r>
          </a:p>
          <a:p>
            <a:r>
              <a:rPr lang="en-IN" sz="1050" dirty="0"/>
              <a:t>Prepare the final project report, presentation, and project documentation.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7FB89D-7978-FC36-A111-6BF8E5DCF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1197" y="1728020"/>
            <a:ext cx="5729748" cy="3819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844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C6A84-6EE2-9C2F-3647-F6EF3200E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IN" b="0" i="0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6: Expected Outcomes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0BA417-CFBB-D2B4-6FDD-C30023B56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" y="1"/>
            <a:ext cx="10817226" cy="5791200"/>
          </a:xfrm>
        </p:spPr>
        <p:txBody>
          <a:bodyPr/>
          <a:lstStyle/>
          <a:p>
            <a:pPr marR="0" lvl="2" rtl="0"/>
            <a:r>
              <a:rPr lang="en-GB" b="0" i="1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Easy and quick complaint registration.</a:t>
            </a:r>
          </a:p>
          <a:p>
            <a:pPr marR="0" lvl="2" rtl="0"/>
            <a:r>
              <a:rPr lang="en-GB" b="0" i="1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Improved transparency in complaint handling.</a:t>
            </a:r>
          </a:p>
          <a:p>
            <a:pPr marR="0" lvl="2" rtl="0"/>
            <a:r>
              <a:rPr lang="en-GB" b="0" i="1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Better coordination between citizens and municipal departments.</a:t>
            </a:r>
          </a:p>
          <a:p>
            <a:pPr marR="0" lvl="2" rtl="0"/>
            <a:r>
              <a:rPr lang="en-GB" b="0" i="1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Faster response to civic issues.</a:t>
            </a:r>
          </a:p>
          <a:p>
            <a:pPr marR="0" lvl="2" rtl="0"/>
            <a:r>
              <a:rPr lang="en-IN" b="0" i="1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Reduced duplicate complaints.</a:t>
            </a:r>
          </a:p>
          <a:p>
            <a:pPr marR="0" lvl="2" rtl="0"/>
            <a:r>
              <a:rPr lang="en-GB" b="0" i="1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Improved cleanliness and public infrastructure maintenance.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5E940D-F461-12C2-F938-E6D3F4D0E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354" y="1604433"/>
            <a:ext cx="5473701" cy="3649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667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302BD-789F-AE42-DCB2-454EB3B23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014" y="0"/>
            <a:ext cx="10131425" cy="1456267"/>
          </a:xfrm>
        </p:spPr>
        <p:txBody>
          <a:bodyPr/>
          <a:lstStyle/>
          <a:p>
            <a:pPr marR="0" rtl="0"/>
            <a:r>
              <a:rPr lang="en-IN" b="0" i="0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7: Timeline of Activities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67B374-BABE-AD2B-4835-31F6DDBC7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1" y="2143432"/>
            <a:ext cx="10131425" cy="3647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b="1" dirty="0"/>
              <a:t>Step 1 (Week 1–3)</a:t>
            </a:r>
          </a:p>
          <a:p>
            <a:pPr>
              <a:buNone/>
            </a:pPr>
            <a:r>
              <a:rPr lang="en-IN" dirty="0"/>
              <a:t>Finalize the project topic, identify the problem statement, define objectives, and prepare the project proposal.</a:t>
            </a:r>
          </a:p>
          <a:p>
            <a:pPr>
              <a:buNone/>
            </a:pPr>
            <a:r>
              <a:rPr lang="en-IN" b="1" dirty="0"/>
              <a:t>Step 2 (Week 4–7)</a:t>
            </a:r>
          </a:p>
          <a:p>
            <a:pPr>
              <a:buNone/>
            </a:pPr>
            <a:r>
              <a:rPr lang="en-IN" dirty="0"/>
              <a:t>Study existing complaint systems, collect civic issue data, and design the proposed workflow.</a:t>
            </a:r>
          </a:p>
          <a:p>
            <a:pPr>
              <a:buNone/>
            </a:pPr>
            <a:r>
              <a:rPr lang="en-IN" b="1" dirty="0"/>
              <a:t>Step 3 (Week 8–10)</a:t>
            </a:r>
          </a:p>
          <a:p>
            <a:pPr>
              <a:buNone/>
            </a:pPr>
            <a:r>
              <a:rPr lang="en-IN" dirty="0" err="1"/>
              <a:t>Analyze</a:t>
            </a:r>
            <a:r>
              <a:rPr lang="en-IN" dirty="0"/>
              <a:t> the collected data, prepare documentation, and update the GitHub repository.</a:t>
            </a:r>
          </a:p>
          <a:p>
            <a:pPr>
              <a:buNone/>
            </a:pPr>
            <a:r>
              <a:rPr lang="en-IN" b="1" dirty="0"/>
              <a:t>Step 4 (Week 11–15)</a:t>
            </a:r>
          </a:p>
          <a:p>
            <a:pPr>
              <a:buNone/>
            </a:pPr>
            <a:r>
              <a:rPr lang="en-IN" dirty="0"/>
              <a:t>Complete the final report, prepare the presentation, finalize documentation, and submit the project.</a:t>
            </a:r>
          </a:p>
          <a:p>
            <a:pPr marR="0" lvl="1" rtl="0"/>
            <a:endParaRPr lang="en-GB" b="0" i="1" u="none" strike="noStrike" kern="100" baseline="0" dirty="0">
              <a:solidFill>
                <a:schemeClr val="accent2">
                  <a:lumMod val="20000"/>
                  <a:lumOff val="80000"/>
                </a:schemeClr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0479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5FAF8-15E1-8B22-1AF4-9897CE10F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IN" b="0" i="0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8: 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3051B-2D95-7524-174A-27720BDA4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9994" y="1604433"/>
            <a:ext cx="10131425" cy="3649133"/>
          </a:xfrm>
        </p:spPr>
        <p:txBody>
          <a:bodyPr/>
          <a:lstStyle/>
          <a:p>
            <a:pPr marR="0" lvl="2" rtl="0"/>
            <a:r>
              <a:rPr lang="en-GB" b="0" i="1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Ministry of Housing and Urban Affairs (</a:t>
            </a:r>
            <a:r>
              <a:rPr lang="en-GB" b="0" i="1" u="none" strike="noStrike" kern="100" baseline="0" dirty="0" err="1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MoHUA</a:t>
            </a:r>
            <a:r>
              <a:rPr lang="en-GB" b="0" i="1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)</a:t>
            </a:r>
          </a:p>
          <a:p>
            <a:pPr marR="0" lvl="2" rtl="0"/>
            <a:r>
              <a:rPr lang="en-IN" b="0" i="1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Swachh Bharat Mission</a:t>
            </a:r>
          </a:p>
          <a:p>
            <a:pPr marR="0" lvl="2" rtl="0"/>
            <a:r>
              <a:rPr lang="en-IN" b="0" i="1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Smart Cities Mission</a:t>
            </a:r>
          </a:p>
          <a:p>
            <a:pPr marR="0" lvl="2" rtl="0"/>
            <a:r>
              <a:rPr lang="en-IN" b="0" i="1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Municipal Corporation websites</a:t>
            </a:r>
          </a:p>
          <a:p>
            <a:pPr marR="0" lvl="2" rtl="0"/>
            <a:r>
              <a:rPr lang="en-GB" b="0" i="1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Government Open Data Portal (data.gov.in)</a:t>
            </a:r>
          </a:p>
          <a:p>
            <a:pPr marR="0" lvl="2" rtl="0"/>
            <a:r>
              <a:rPr lang="en-GB" b="0" i="1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Research papers on Smart City and Civic Issue Management</a:t>
            </a:r>
          </a:p>
          <a:p>
            <a:pPr marR="0" lvl="2" rtl="0"/>
            <a:r>
              <a:rPr lang="en-IN" b="0" i="1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Google Scholar</a:t>
            </a:r>
          </a:p>
        </p:txBody>
      </p:sp>
    </p:spTree>
    <p:extLst>
      <p:ext uri="{BB962C8B-B14F-4D97-AF65-F5344CB8AC3E}">
        <p14:creationId xmlns:p14="http://schemas.microsoft.com/office/powerpoint/2010/main" val="1263529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2B65D-B876-E452-7BDE-014ABF4C9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GB" b="0" i="0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This version is ideal for a (Community Engagement Project)because it focuses on: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EF069B-E3E0-730A-76CD-929F32A57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159773" y="1994583"/>
            <a:ext cx="10131425" cy="3649133"/>
          </a:xfrm>
        </p:spPr>
        <p:txBody>
          <a:bodyPr/>
          <a:lstStyle/>
          <a:p>
            <a:pPr marR="0" lvl="2" rtl="0"/>
            <a:r>
              <a:rPr lang="en-IN" b="0" i="1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The social problem.</a:t>
            </a:r>
          </a:p>
          <a:p>
            <a:pPr marR="0" lvl="2" rtl="0"/>
            <a:r>
              <a:rPr lang="en-GB" b="0" i="1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The need for the project.</a:t>
            </a:r>
          </a:p>
          <a:p>
            <a:pPr marR="0" lvl="2" rtl="0"/>
            <a:r>
              <a:rPr lang="en-GB" b="0" i="1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The proposed solution at a high level.</a:t>
            </a:r>
          </a:p>
          <a:p>
            <a:pPr marR="0" lvl="2" rtl="0"/>
            <a:r>
              <a:rPr lang="en-IN" b="0" i="1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The project workflow.</a:t>
            </a:r>
          </a:p>
          <a:p>
            <a:pPr marR="0" lvl="2" rtl="0"/>
            <a:r>
              <a:rPr lang="en-IN" b="0" i="1" u="none" strike="noStrike" kern="100" baseline="0" dirty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</a:rPr>
              <a:t>Expected community benefits.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538B09-E8CD-C646-E520-7F8EA8908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354" y="2285180"/>
            <a:ext cx="5487629" cy="3658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6821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{44E8833B-F164-47D7-9FFC-ADCFE161FF2A}TFb5ae2469-0bae-4978-b0e0-39dd046150ff9a115ede-a9c3cc5252b0</Template>
  <TotalTime>30</TotalTime>
  <Words>548</Words>
  <Application>Microsoft Office PowerPoint</Application>
  <PresentationFormat>Widescreen</PresentationFormat>
  <Paragraphs>78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Celestial</vt:lpstr>
      <vt:lpstr>1: Title of the Project  area sudhar</vt:lpstr>
      <vt:lpstr>team member:</vt:lpstr>
      <vt:lpstr>2: Problem Statement</vt:lpstr>
      <vt:lpstr>3: Objectives</vt:lpstr>
      <vt:lpstr>4: Need for the Project</vt:lpstr>
      <vt:lpstr>5: Methodology / Plan of Action</vt:lpstr>
      <vt:lpstr>6: Expected Outcomes</vt:lpstr>
      <vt:lpstr>7: Timeline of Activities</vt:lpstr>
      <vt:lpstr>8: References</vt:lpstr>
      <vt:lpstr>This version is ideal for a (Community Engagement Project)because it focuses 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Samarth Yamgar</dc:creator>
  <cp:lastModifiedBy>Samarth Yamgar</cp:lastModifiedBy>
  <cp:revision>3</cp:revision>
  <dcterms:created xsi:type="dcterms:W3CDTF">2026-07-30T05:45:21Z</dcterms:created>
  <dcterms:modified xsi:type="dcterms:W3CDTF">2026-08-05T13:31:15Z</dcterms:modified>
</cp:coreProperties>
</file>